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f5c47bf9_6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f5c47bf9_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bf5c47bf9_6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bf5c47bf9_6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bf5c47bf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bf5c47bf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bf5c47bf9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bf5c47bf9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bf5c47bf9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bf5c47bf9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bf5c47bf9_1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bf5c47bf9_1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158150"/>
            <a:ext cx="7420500" cy="17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80">
                <a:latin typeface="Times New Roman"/>
                <a:ea typeface="Times New Roman"/>
                <a:cs typeface="Times New Roman"/>
                <a:sym typeface="Times New Roman"/>
              </a:rPr>
              <a:t>Hybrid Quantum Hilbert-Space Feature Expansion Framework (HQHF-EEG)</a:t>
            </a:r>
            <a:endParaRPr sz="43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513500" y="3440350"/>
            <a:ext cx="4630500" cy="13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10">
                <a:latin typeface="Times New Roman"/>
                <a:ea typeface="Times New Roman"/>
                <a:cs typeface="Times New Roman"/>
                <a:sym typeface="Times New Roman"/>
              </a:rPr>
              <a:t>SHANMUGHASUNDARAM P</a:t>
            </a:r>
            <a:endParaRPr b="1" sz="30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10">
                <a:latin typeface="Times New Roman"/>
                <a:ea typeface="Times New Roman"/>
                <a:cs typeface="Times New Roman"/>
                <a:sym typeface="Times New Roman"/>
              </a:rPr>
              <a:t>NANDU G</a:t>
            </a:r>
            <a:endParaRPr b="1" sz="30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10">
                <a:latin typeface="Times New Roman"/>
                <a:ea typeface="Times New Roman"/>
                <a:cs typeface="Times New Roman"/>
                <a:sym typeface="Times New Roman"/>
              </a:rPr>
              <a:t>RISHI R</a:t>
            </a:r>
            <a:endParaRPr b="1" sz="30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10">
                <a:latin typeface="Times New Roman"/>
                <a:ea typeface="Times New Roman"/>
                <a:cs typeface="Times New Roman"/>
                <a:sym typeface="Times New Roman"/>
              </a:rPr>
              <a:t>THARUN ADITYA</a:t>
            </a:r>
            <a:endParaRPr b="1" sz="30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75450" y="485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Epileptic seizure detection from EEG signals is critical for early diagnosis and treatment.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Classical machine learning models achieve 94–95% accuracy but rely on conventional feature extraction and classification.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EEG data is high-dimensional and nonlinear,limiting classical model performance.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Quantum feature maps project data into an exponentially large space, improving pattern separability and detection capability.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Design and implement a quantum kernel-based classifier for binary EEG seizure detection.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Develop and evaluate classical ML models and baseline quantum models for comparison.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Propose a hybrid Quantum Feature–Enhanced model to improve classification performance.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Evaluate models using Accuracy,Precision,Recall,F1-score,ROC-AUC, PR-AUC and Runtime.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Identify the best-performing approach based on performance and computational cost.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70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Implementation Details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643025"/>
            <a:ext cx="4986300" cy="42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plan to implement the solution on Epileptic Seizure Recognition Dataset (Kaggle)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Data Preparation – Preprocessed EEG data, applied PCA (12 components) and performed stratified split.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Quantum Feature Mapping – Encoded features using 12-qubit ZZFeatureMap to generate 4096 probability features.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Classical Baselines:-Implemented ExtraTrees, Gradient Boosting,AdaBoost and SVM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Quantum Baselines – Evaluated QSVM, VQC and QNN models.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Proposed Model – Applied quantum feature expansion with calibrated XGBoost + SVM fusion and threshold tuning.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Evaluation – Measured Accuracy, Precision, Recall, F1, ROC-AUC, PR-AUC and runtime.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7925" y="210950"/>
            <a:ext cx="3723224" cy="469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07325" y="144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75" y="728499"/>
            <a:ext cx="8520600" cy="314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350" y="3832075"/>
            <a:ext cx="8783298" cy="90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Result Analysis &amp; Conclusion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19225" y="1152475"/>
            <a:ext cx="89022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95.5% accuracy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0.955 F1-score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,outperforming classical ML and baseline QML models.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ROC-AUC (0.9889)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shows strong separability in the quantum Hilbert space.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SVM was competitive, but the hybrid model delivered better overall performance.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quantum models showed significantly lower accuracy.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Vector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simulation increases computational cost (2¹² dimensional expansion).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is simulation-based, not tested on real quantum hardware.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 may be limited as qubit count increases.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 includes testing on real quantum devices.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to multi-class seizure detection and larger clinical datasets.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5194600" y="2861275"/>
            <a:ext cx="398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